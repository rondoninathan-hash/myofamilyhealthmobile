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906000" cy="10287000"/>
  <p:notesSz cx="10287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000" cy="6402884"/>
          </a:xfrm>
          <a:prstGeom prst="rect">
            <a:avLst/>
          </a:prstGeom>
          <a:solidFill>
            <a:srgbClr val="D6EBE7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" y="5960938"/>
            <a:ext cx="2798862" cy="289545"/>
          </a:xfrm>
          <a:prstGeom prst="roundRect">
            <a:avLst>
              <a:gd name="adj" fmla="val 26317"/>
            </a:avLst>
          </a:prstGeom>
          <a:solidFill>
            <a:srgbClr val="FFFFFF">
              <a:alpha val="8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57175" y="6018088"/>
            <a:ext cx="2673278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63" spc="17" kern="0" dirty="0">
                <a:solidFill>
                  <a:srgbClr val="235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photo: warm family lifestyle, outdoors</a:t>
            </a:r>
            <a:endParaRPr lang="en-US" sz="863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906000" cy="6402884"/>
          </a:xfrm>
          <a:prstGeom prst="rect">
            <a:avLst/>
          </a:prstGeom>
          <a:solidFill>
            <a:srgbClr val="F7F9F8"/>
          </a:solidFill>
          <a:ln/>
        </p:spPr>
      </p:sp>
      <p:sp>
        <p:nvSpPr>
          <p:cNvPr id="6" name="Text 4"/>
          <p:cNvSpPr/>
          <p:nvPr/>
        </p:nvSpPr>
        <p:spPr>
          <a:xfrm>
            <a:off x="495300" y="1298600"/>
            <a:ext cx="2413769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spc="156" kern="0" dirty="0">
                <a:solidFill>
                  <a:srgbClr val="2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MYOFUNCTIONAL THERAPY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95300" y="1591940"/>
            <a:ext cx="4574032" cy="938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60" b="1" spc="-109" kern="0" dirty="0">
                <a:solidFill>
                  <a:srgbClr val="3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Breathe Better.</a:t>
            </a:r>
            <a:endParaRPr lang="en-US" sz="5460" dirty="0"/>
          </a:p>
        </p:txBody>
      </p:sp>
      <p:sp>
        <p:nvSpPr>
          <p:cNvPr id="8" name="Text 6"/>
          <p:cNvSpPr/>
          <p:nvPr/>
        </p:nvSpPr>
        <p:spPr>
          <a:xfrm>
            <a:off x="495300" y="2385715"/>
            <a:ext cx="6082665" cy="717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60" i="1" spc="-55" kern="0" dirty="0">
                <a:solidFill>
                  <a:srgbClr val="2D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Better.</a:t>
            </a:r>
            <a:endParaRPr lang="en-US" sz="5460" dirty="0"/>
          </a:p>
        </p:txBody>
      </p:sp>
      <p:sp>
        <p:nvSpPr>
          <p:cNvPr id="9" name="Text 7"/>
          <p:cNvSpPr/>
          <p:nvPr/>
        </p:nvSpPr>
        <p:spPr>
          <a:xfrm>
            <a:off x="495300" y="3312840"/>
            <a:ext cx="6082665" cy="1043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how myofunctional therapy can help your family enjoy a healthier, happier life — through better breathing, sleep, and tongue function.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95300" y="4680496"/>
            <a:ext cx="3309268" cy="630510"/>
          </a:xfrm>
          <a:prstGeom prst="roundRect">
            <a:avLst>
              <a:gd name="adj" fmla="val 50000"/>
            </a:avLst>
          </a:prstGeom>
          <a:solidFill>
            <a:srgbClr val="2D6E6E"/>
          </a:solidFill>
          <a:ln/>
          <a:effectLst>
            <a:outerShdw sx="100000" sy="100000" kx="0" ky="0" algn="bl" rotWithShape="0" blurRad="76200" dist="19050" dir="5400000">
              <a:srgbClr val="2D6E6E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2488" y="4885283"/>
            <a:ext cx="240439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b="1" spc="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Free Consultation</a:t>
            </a:r>
            <a:endParaRPr lang="en-US" sz="12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930" y="4909989"/>
            <a:ext cx="171450" cy="1714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937918" y="4680496"/>
            <a:ext cx="1603102" cy="630510"/>
          </a:xfrm>
          <a:prstGeom prst="roundRect">
            <a:avLst>
              <a:gd name="adj" fmla="val 50000"/>
            </a:avLst>
          </a:prstGeom>
          <a:ln w="14288">
            <a:solidFill>
              <a:srgbClr val="2D6E6E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7005" y="4866233"/>
            <a:ext cx="964927" cy="297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275" b="1" spc="13" kern="0" dirty="0">
                <a:solidFill>
                  <a:srgbClr val="2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495300" y="5692006"/>
            <a:ext cx="1293837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b="1" spc="8" kern="0" dirty="0">
                <a:solidFill>
                  <a:srgbClr val="3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</a:t>
            </a:r>
            <a:pPr algn="l" indent="0" marL="0">
              <a:lnSpc>
                <a:spcPct val="160000"/>
              </a:lnSpc>
              <a:buNone/>
            </a:pPr>
            <a:r>
              <a:rPr lang="en-US" sz="1050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Online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41562" y="5692006"/>
            <a:ext cx="2126754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Valley &amp; SF Bay Area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20741" y="5692006"/>
            <a:ext cx="1129085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ages welcome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166813"/>
            <a:ext cx="1132656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spc="156" kern="0" dirty="0">
                <a:solidFill>
                  <a:srgbClr val="2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495300" y="1517303"/>
            <a:ext cx="4553108" cy="102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88" b="1" spc="-72" kern="0" dirty="0">
                <a:solidFill>
                  <a:srgbClr val="3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Myo Family Health</a:t>
            </a:r>
            <a:endParaRPr lang="en-US" sz="3588" dirty="0"/>
          </a:p>
        </p:txBody>
      </p:sp>
      <p:sp>
        <p:nvSpPr>
          <p:cNvPr id="4" name="Text 2"/>
          <p:cNvSpPr/>
          <p:nvPr/>
        </p:nvSpPr>
        <p:spPr>
          <a:xfrm>
            <a:off x="495300" y="2672953"/>
            <a:ext cx="45531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spc="8" kern="0" dirty="0">
                <a:solidFill>
                  <a:srgbClr val="3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happier, healthier lives through myofunctional therapy.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5300" y="3454003"/>
            <a:ext cx="4553108" cy="1333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take a whole-person approach to oral and facial muscle function. By retraining the tongue, lips, and breathing patterns, we help correct the root causes behind sleep, posture, and developmental concerns — not just the symptoms.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95300" y="4920630"/>
            <a:ext cx="4553108" cy="1333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hand in hand with your dentists, orthodontists, ENTs, and physicians, so your care is coordinated and effective. The result is a stronger foundation for nasal breathing, proper tongue rest posture, and lifelong oral health.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495300" y="6501557"/>
            <a:ext cx="1724174" cy="495300"/>
          </a:xfrm>
          <a:prstGeom prst="roundRect">
            <a:avLst>
              <a:gd name="adj" fmla="val 50000"/>
            </a:avLst>
          </a:prstGeom>
          <a:solidFill>
            <a:srgbClr val="E8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6606332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3" y="6668244"/>
            <a:ext cx="161925" cy="16192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0600" y="6657752"/>
            <a:ext cx="11336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88" b="1" spc="8" kern="0" dirty="0">
                <a:solidFill>
                  <a:srgbClr val="23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Nasal breathing</a:t>
            </a:r>
            <a:endParaRPr lang="en-US" sz="1088" dirty="0"/>
          </a:p>
        </p:txBody>
      </p:sp>
      <p:sp>
        <p:nvSpPr>
          <p:cNvPr id="11" name="Shape 8"/>
          <p:cNvSpPr/>
          <p:nvPr/>
        </p:nvSpPr>
        <p:spPr>
          <a:xfrm>
            <a:off x="2333774" y="6501557"/>
            <a:ext cx="1755577" cy="495300"/>
          </a:xfrm>
          <a:prstGeom prst="roundRect">
            <a:avLst>
              <a:gd name="adj" fmla="val 50000"/>
            </a:avLst>
          </a:prstGeom>
          <a:solidFill>
            <a:srgbClr val="E8F4F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8074" y="6606332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986" y="6668244"/>
            <a:ext cx="161925" cy="1619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29074" y="6657752"/>
            <a:ext cx="11650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88" b="1" spc="8" kern="0" dirty="0">
                <a:solidFill>
                  <a:srgbClr val="23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Tongue function</a:t>
            </a:r>
            <a:endParaRPr lang="en-US" sz="1088" dirty="0"/>
          </a:p>
        </p:txBody>
      </p:sp>
      <p:sp>
        <p:nvSpPr>
          <p:cNvPr id="15" name="Shape 11"/>
          <p:cNvSpPr/>
          <p:nvPr/>
        </p:nvSpPr>
        <p:spPr>
          <a:xfrm>
            <a:off x="495300" y="7111157"/>
            <a:ext cx="2131368" cy="495300"/>
          </a:xfrm>
          <a:prstGeom prst="roundRect">
            <a:avLst>
              <a:gd name="adj" fmla="val 50000"/>
            </a:avLst>
          </a:prstGeom>
          <a:solidFill>
            <a:srgbClr val="E8F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609600" y="7215932"/>
            <a:ext cx="285750" cy="28575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7277844"/>
            <a:ext cx="161925" cy="1619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90600" y="7267352"/>
            <a:ext cx="15408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88" b="1" spc="8" kern="0" dirty="0">
                <a:solidFill>
                  <a:srgbClr val="23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partnerships</a:t>
            </a:r>
            <a:endParaRPr lang="en-US" sz="1088" dirty="0"/>
          </a:p>
        </p:txBody>
      </p:sp>
      <p:sp>
        <p:nvSpPr>
          <p:cNvPr id="19" name="Shape 14"/>
          <p:cNvSpPr/>
          <p:nvPr/>
        </p:nvSpPr>
        <p:spPr>
          <a:xfrm>
            <a:off x="5411093" y="1848371"/>
            <a:ext cx="3999533" cy="4999360"/>
          </a:xfrm>
          <a:prstGeom prst="roundRect">
            <a:avLst>
              <a:gd name="adj" fmla="val 7621"/>
            </a:avLst>
          </a:prstGeom>
          <a:solidFill>
            <a:srgbClr val="D6EBE7"/>
          </a:solidFill>
          <a:ln/>
          <a:effectLst>
            <a:outerShdw sx="100000" sy="100000" kx="0" ky="0" algn="bl" rotWithShape="0" blurRad="304800" dist="114300" dir="5400000">
              <a:srgbClr val="2D6E6E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122" y="4081314"/>
            <a:ext cx="533400" cy="5334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563493" y="6405786"/>
            <a:ext cx="3003203" cy="289545"/>
          </a:xfrm>
          <a:prstGeom prst="roundRect">
            <a:avLst>
              <a:gd name="adj" fmla="val 26317"/>
            </a:avLst>
          </a:prstGeom>
          <a:solidFill>
            <a:srgbClr val="FFFFFF">
              <a:alpha val="82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5668268" y="6462936"/>
            <a:ext cx="2883749" cy="213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63" spc="17" kern="0" dirty="0">
                <a:solidFill>
                  <a:srgbClr val="235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photo: therapist with client, calm studio</a:t>
            </a:r>
            <a:endParaRPr lang="en-US" sz="863" dirty="0"/>
          </a:p>
        </p:txBody>
      </p:sp>
      <p:sp>
        <p:nvSpPr>
          <p:cNvPr id="23" name="Shape 17"/>
          <p:cNvSpPr/>
          <p:nvPr/>
        </p:nvSpPr>
        <p:spPr>
          <a:xfrm>
            <a:off x="5144393" y="5415260"/>
            <a:ext cx="2381250" cy="1089571"/>
          </a:xfrm>
          <a:prstGeom prst="roundRect">
            <a:avLst>
              <a:gd name="adj" fmla="val 192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66750" dist="285750" dir="5400000">
              <a:srgbClr val="235757">
                <a:alpha val="3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353943" y="5740971"/>
            <a:ext cx="438150" cy="438150"/>
          </a:xfrm>
          <a:prstGeom prst="roundRect">
            <a:avLst>
              <a:gd name="adj" fmla="val 30435"/>
            </a:avLst>
          </a:prstGeom>
          <a:solidFill>
            <a:srgbClr val="E8F4F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718" y="5845746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25443" y="5586710"/>
            <a:ext cx="1466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b="1" spc="8" kern="0" dirty="0">
                <a:solidFill>
                  <a:srgbClr val="3D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holistic approach</a:t>
            </a:r>
            <a:endParaRPr lang="en-US" sz="1125" dirty="0"/>
          </a:p>
        </p:txBody>
      </p:sp>
      <p:sp>
        <p:nvSpPr>
          <p:cNvPr id="27" name="Text 20"/>
          <p:cNvSpPr/>
          <p:nvPr/>
        </p:nvSpPr>
        <p:spPr>
          <a:xfrm>
            <a:off x="5925443" y="5886748"/>
            <a:ext cx="1020738" cy="44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spc="8" kern="0" dirty="0">
                <a:solidFill>
                  <a:srgbClr val="5E70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causes, not symptoms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06000" cy="11592744"/>
          </a:xfrm>
          <a:prstGeom prst="rect">
            <a:avLst/>
          </a:prstGeom>
          <a:solidFill>
            <a:srgbClr val="F7F9F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4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693390"/>
            <a:ext cx="2720797" cy="171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5" b="1" spc="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975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1036662"/>
            <a:ext cx="180975" cy="1809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100" y="1017612"/>
            <a:ext cx="2412950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spc="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serve</a:t>
            </a:r>
            <a:endParaRPr lang="en-US" sz="1088" dirty="0"/>
          </a:p>
        </p:txBody>
      </p:sp>
      <p:sp>
        <p:nvSpPr>
          <p:cNvPr id="5" name="Text 2"/>
          <p:cNvSpPr/>
          <p:nvPr/>
        </p:nvSpPr>
        <p:spPr>
          <a:xfrm>
            <a:off x="800100" y="1260202"/>
            <a:ext cx="2308250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 Valley &amp; San Francisco Bay Area</a:t>
            </a:r>
            <a:endParaRPr lang="en-US" sz="1088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831107"/>
            <a:ext cx="180975" cy="1809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0100" y="1812057"/>
            <a:ext cx="1862138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spc="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meet</a:t>
            </a:r>
            <a:endParaRPr lang="en-US" sz="1088" dirty="0"/>
          </a:p>
        </p:txBody>
      </p:sp>
      <p:sp>
        <p:nvSpPr>
          <p:cNvPr id="8" name="Text 4"/>
          <p:cNvSpPr/>
          <p:nvPr/>
        </p:nvSpPr>
        <p:spPr>
          <a:xfrm>
            <a:off x="800100" y="2054647"/>
            <a:ext cx="18621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&amp; online telehealth</a:t>
            </a:r>
            <a:endParaRPr lang="en-US" sz="1088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11537"/>
            <a:ext cx="180975" cy="1809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0100" y="2392487"/>
            <a:ext cx="1796430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amy@myofamilyhealth.com</a:t>
            </a:r>
            <a:endParaRPr lang="en-US" sz="1088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777951"/>
            <a:ext cx="180975" cy="1809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0100" y="2758901"/>
            <a:ext cx="1034058" cy="25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(707) 631-1550</a:t>
            </a:r>
            <a:endParaRPr lang="en-US" sz="1088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276" y="693390"/>
            <a:ext cx="495300" cy="495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98206" y="1302990"/>
            <a:ext cx="1709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Myo Family Health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3592526" y="1779240"/>
            <a:ext cx="272087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200" b="1" spc="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Amy Rondoni, COM®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3592526" y="2053530"/>
            <a:ext cx="272087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Orofacial Myologist</a:t>
            </a:r>
            <a:endParaRPr lang="en-US" sz="1088" dirty="0"/>
          </a:p>
        </p:txBody>
      </p:sp>
      <p:sp>
        <p:nvSpPr>
          <p:cNvPr id="17" name="Text 10"/>
          <p:cNvSpPr/>
          <p:nvPr/>
        </p:nvSpPr>
        <p:spPr>
          <a:xfrm>
            <a:off x="3592526" y="2416373"/>
            <a:ext cx="272087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(707) 631-1550</a:t>
            </a:r>
            <a:endParaRPr lang="en-US" sz="1088" dirty="0"/>
          </a:p>
        </p:txBody>
      </p:sp>
      <p:sp>
        <p:nvSpPr>
          <p:cNvPr id="18" name="Text 11"/>
          <p:cNvSpPr/>
          <p:nvPr/>
        </p:nvSpPr>
        <p:spPr>
          <a:xfrm>
            <a:off x="3592526" y="2779216"/>
            <a:ext cx="272087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088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Alamo Dr, Vacaville, CA 95687 1500 Newell Ave, Walnut Creek, CA 94596</a:t>
            </a:r>
            <a:endParaRPr lang="en-US" sz="1088" dirty="0"/>
          </a:p>
        </p:txBody>
      </p:sp>
      <p:sp>
        <p:nvSpPr>
          <p:cNvPr id="19" name="Text 12"/>
          <p:cNvSpPr/>
          <p:nvPr/>
        </p:nvSpPr>
        <p:spPr>
          <a:xfrm>
            <a:off x="6769075" y="693390"/>
            <a:ext cx="2720874" cy="171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5" b="1" spc="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975" dirty="0"/>
          </a:p>
        </p:txBody>
      </p:sp>
      <p:sp>
        <p:nvSpPr>
          <p:cNvPr id="20" name="Text 13"/>
          <p:cNvSpPr/>
          <p:nvPr/>
        </p:nvSpPr>
        <p:spPr>
          <a:xfrm>
            <a:off x="6769075" y="1017612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6769075" y="1350987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6769075" y="1684362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125" dirty="0"/>
          </a:p>
        </p:txBody>
      </p:sp>
      <p:sp>
        <p:nvSpPr>
          <p:cNvPr id="23" name="Text 16"/>
          <p:cNvSpPr/>
          <p:nvPr/>
        </p:nvSpPr>
        <p:spPr>
          <a:xfrm>
            <a:off x="6769075" y="2017737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125" dirty="0"/>
          </a:p>
        </p:txBody>
      </p:sp>
      <p:sp>
        <p:nvSpPr>
          <p:cNvPr id="24" name="Text 17"/>
          <p:cNvSpPr/>
          <p:nvPr/>
        </p:nvSpPr>
        <p:spPr>
          <a:xfrm>
            <a:off x="6769075" y="2351112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6769075" y="2684487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6769075" y="3017862"/>
            <a:ext cx="272087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spc="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Use</a:t>
            </a:r>
            <a:endParaRPr lang="en-US" sz="1125" dirty="0"/>
          </a:p>
        </p:txBody>
      </p:sp>
      <p:sp>
        <p:nvSpPr>
          <p:cNvPr id="27" name="Shape 20"/>
          <p:cNvSpPr/>
          <p:nvPr/>
        </p:nvSpPr>
        <p:spPr>
          <a:xfrm>
            <a:off x="6769075" y="3475062"/>
            <a:ext cx="400050" cy="4000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8613" y="3584600"/>
            <a:ext cx="180975" cy="18097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264375" y="3475062"/>
            <a:ext cx="400050" cy="4000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3913" y="3584600"/>
            <a:ext cx="180975" cy="18097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759675" y="3475062"/>
            <a:ext cx="400050" cy="4000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9213" y="3584600"/>
            <a:ext cx="180975" cy="180975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254975" y="3475062"/>
            <a:ext cx="400050" cy="4000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513" y="3584600"/>
            <a:ext cx="180975" cy="180975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95300" y="4469457"/>
            <a:ext cx="89154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6" name="Text 25"/>
          <p:cNvSpPr/>
          <p:nvPr/>
        </p:nvSpPr>
        <p:spPr>
          <a:xfrm>
            <a:off x="495300" y="4745682"/>
            <a:ext cx="409215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spc="8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on this site is for educational purposes only and is not a substitute for professional medical advice, diagnosis, or treatment. Always consult a qualified provider regarding any medical condition.</a:t>
            </a:r>
            <a:endParaRPr lang="en-US" sz="938" dirty="0"/>
          </a:p>
        </p:txBody>
      </p:sp>
      <p:sp>
        <p:nvSpPr>
          <p:cNvPr id="37" name="Text 26"/>
          <p:cNvSpPr/>
          <p:nvPr/>
        </p:nvSpPr>
        <p:spPr>
          <a:xfrm>
            <a:off x="6518077" y="4932387"/>
            <a:ext cx="2979402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spc="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Myo Family Health, LLC. All rights reserved.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2026-06-02T02:35:33Z</dcterms:created>
  <dcterms:modified xsi:type="dcterms:W3CDTF">2026-06-02T02:35:33Z</dcterms:modified>
</cp:coreProperties>
</file>